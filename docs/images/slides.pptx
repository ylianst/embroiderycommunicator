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4FE39-50F8-4D97-8299-7E19FA8DB7C0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294E5-D264-40C7-91AF-EE9B97518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294E5-D264-40C7-91AF-EE9B975182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3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1270-C779-5C36-F967-51C40FC0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4B69-DD77-0375-D8C4-0126CA8D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E488-F483-2117-72D1-8705296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008E-47B7-5A84-FBEB-9ADB90A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A89F-20F6-CE54-62CF-16B3211D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7815-51CE-ED26-3AB1-4439F7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F359-1D1C-46BF-7C4D-4ED279A6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2D1D-D77C-C90D-C56B-EC0E5823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C01D-D70A-E6A7-3C75-5507B1A9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F46D-D4F1-6B57-8A92-D9ECA5B4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F531-F677-1FAA-9DB6-BF1E5755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D82F-1A19-E791-3209-84BECB6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33D2-042C-2336-30F9-CC4F664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5E890-B081-B21C-1B96-1587574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0DF-C5CF-E2BD-7995-66B0F2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AF-F12A-894D-B4EB-2D96374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BF40-8FD4-022F-60A1-F49BDED4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D-5732-A37B-1075-83050DB8E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7DE2B-F463-0D96-DBC1-A7781275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8626D-7D0E-5CA0-B4F4-D7B1FCE5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AD88-4862-A5F8-6C86-7E6B8DC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164F-6623-B8EB-A1E1-6EF740DA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77DF-1636-54AF-58E1-89588950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4704-0B95-BBDE-6989-51160BC5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12A10-000D-F209-8927-F9DDF3B1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D8FA7-46CB-7FF8-580E-00BED5E9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37BE-096C-9CED-079A-32D56E3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64495-1D25-A4A6-43FB-9E8B966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EE0DC-30B4-5975-56E1-9AAE9F5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007-002B-BD43-6E67-100941DF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720DD-CA09-BA8B-3689-451731F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FA6CF-1F83-6422-8092-10F0085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0CF9-3EC7-E70A-8CDB-01FFEF4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3525-AA7D-8097-59CE-3EA5FE16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F777-9768-06BF-4977-D56671B3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ACD0-BD0B-FD61-42A9-5B8CFDD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8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C763-7B56-C4A3-6C81-DCEC0292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7ED5-61E3-7783-710D-A58FB1F2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9238-F4BD-B06F-E0B6-7354D603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F48DD-A6F4-2A76-BAD1-0217A1B3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9055-B05F-15B6-CB4B-8DF9114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AE89-C13D-32C7-20EE-25538A5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1BE-3D24-53F6-F963-7E5BF09B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364-8C22-FE11-F1DA-9F8475665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3D0D7-A72A-0127-21CE-B6D6D259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6CC68-1166-C1D9-4116-2903874D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9B105-0F26-7EF2-5280-35D13183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93C0-3923-9CC3-4E89-9FE14D12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AEE-8ABF-27DE-3FA6-FA44F7A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C821-FCB6-94E5-FC2D-493E4C3B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CC76-4459-7D84-96B7-3C7ACE11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AC66-B40A-9133-4092-BA364FA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C643-390D-B036-A52E-1464D7D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44EAD-A797-D7E8-9890-B8E409A8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943A-7378-3B2D-B3CF-2A9A4293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D93-BFE5-3E84-D09F-7575C202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18E4-A822-6457-66D5-A708C0A0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1DA3-B587-156B-9BFA-F36B494E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69111-0065-448C-A097-CD358D7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B51B-E2DD-F0AF-E144-D4E501D4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AAAD-ADD4-A470-A8CD-D5F583484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5CCE-55D4-41A9-BDB8-A4CE9CB703D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7D03-56B7-B791-5B0E-4D9A2F3DD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A801-9F5A-28E3-822A-E88409E7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E0EE6FD-1E25-CDBB-96DD-3088C985216D}"/>
              </a:ext>
            </a:extLst>
          </p:cNvPr>
          <p:cNvGrpSpPr/>
          <p:nvPr/>
        </p:nvGrpSpPr>
        <p:grpSpPr>
          <a:xfrm>
            <a:off x="1717250" y="620058"/>
            <a:ext cx="9032632" cy="5491097"/>
            <a:chOff x="1717250" y="620058"/>
            <a:chExt cx="9032632" cy="54910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43C7FC-482D-4688-0570-957469F06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7250" y="620058"/>
              <a:ext cx="5180214" cy="3999077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366C89-E130-1DFB-2E20-26C28B2DC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9669" y="1622491"/>
              <a:ext cx="5180213" cy="3999077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515FDF-A23A-010E-6359-41ABC588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8518" y="3777123"/>
              <a:ext cx="3110306" cy="2334032"/>
            </a:xfrm>
            <a:prstGeom prst="rect">
              <a:avLst/>
            </a:prstGeom>
            <a:effectLst>
              <a:outerShdw blurRad="177800" dist="38100" dir="5400000" sx="104000" sy="104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83382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E841462-1246-9446-5E11-9772E4A9B86E}"/>
              </a:ext>
            </a:extLst>
          </p:cNvPr>
          <p:cNvGrpSpPr/>
          <p:nvPr/>
        </p:nvGrpSpPr>
        <p:grpSpPr>
          <a:xfrm>
            <a:off x="2445651" y="829895"/>
            <a:ext cx="7895797" cy="4674849"/>
            <a:chOff x="2445651" y="829895"/>
            <a:chExt cx="7895797" cy="467484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BA48FF4-A3A3-D5BB-0F0D-5D51E21839B5}"/>
                </a:ext>
              </a:extLst>
            </p:cNvPr>
            <p:cNvSpPr/>
            <p:nvPr/>
          </p:nvSpPr>
          <p:spPr>
            <a:xfrm>
              <a:off x="4267200" y="1670429"/>
              <a:ext cx="4667250" cy="1853821"/>
            </a:xfrm>
            <a:custGeom>
              <a:avLst/>
              <a:gdLst>
                <a:gd name="connsiteX0" fmla="*/ 0 w 4667250"/>
                <a:gd name="connsiteY0" fmla="*/ 1377571 h 1853821"/>
                <a:gd name="connsiteX1" fmla="*/ 2552700 w 4667250"/>
                <a:gd name="connsiteY1" fmla="*/ 5971 h 1853821"/>
                <a:gd name="connsiteX2" fmla="*/ 4667250 w 4667250"/>
                <a:gd name="connsiteY2" fmla="*/ 1853821 h 185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7250" h="1853821">
                  <a:moveTo>
                    <a:pt x="0" y="1377571"/>
                  </a:moveTo>
                  <a:cubicBezTo>
                    <a:pt x="887412" y="652083"/>
                    <a:pt x="1774825" y="-73404"/>
                    <a:pt x="2552700" y="5971"/>
                  </a:cubicBezTo>
                  <a:cubicBezTo>
                    <a:pt x="3330575" y="85346"/>
                    <a:pt x="3998912" y="969583"/>
                    <a:pt x="4667250" y="1853821"/>
                  </a:cubicBezTo>
                </a:path>
              </a:pathLst>
            </a:custGeom>
            <a:noFill/>
            <a:ln w="635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BERNINA artista 180 - Machines - BERNINA">
              <a:extLst>
                <a:ext uri="{FF2B5EF4-FFF2-40B4-BE49-F238E27FC236}">
                  <a16:creationId xmlns:a16="http://schemas.microsoft.com/office/drawing/2014/main" id="{316273A4-1EBE-4E9F-6C13-220C5C7134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6698" y="3028244"/>
              <a:ext cx="3714750" cy="2476500"/>
            </a:xfrm>
            <a:prstGeom prst="rect">
              <a:avLst/>
            </a:prstGeom>
            <a:noFill/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6761CB-65AD-684F-B0A2-033A3EB45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425" y="1083766"/>
              <a:ext cx="2116752" cy="154994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7B6973-56BA-C86C-2D65-7DFAB32C1C83}"/>
                </a:ext>
              </a:extLst>
            </p:cNvPr>
            <p:cNvSpPr txBox="1"/>
            <p:nvPr/>
          </p:nvSpPr>
          <p:spPr>
            <a:xfrm>
              <a:off x="3808635" y="1674072"/>
              <a:ext cx="16544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WIFI / Ethernet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38AE68-2B48-6D61-4940-D460207B449A}"/>
                </a:ext>
              </a:extLst>
            </p:cNvPr>
            <p:cNvSpPr txBox="1"/>
            <p:nvPr/>
          </p:nvSpPr>
          <p:spPr>
            <a:xfrm>
              <a:off x="8484073" y="2412673"/>
              <a:ext cx="1448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USB-to-Serial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A803DE-986C-2949-B6F1-C983A0540590}"/>
                </a:ext>
              </a:extLst>
            </p:cNvPr>
            <p:cNvSpPr txBox="1"/>
            <p:nvPr/>
          </p:nvSpPr>
          <p:spPr>
            <a:xfrm>
              <a:off x="7373919" y="829895"/>
              <a:ext cx="13879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Raspberry Pi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076E36-6B12-016B-F72C-39DD587C0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45651" y="2412673"/>
              <a:ext cx="3518492" cy="260705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9462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D05C85-15CF-BCCB-3919-C0948A727494}"/>
              </a:ext>
            </a:extLst>
          </p:cNvPr>
          <p:cNvGrpSpPr/>
          <p:nvPr/>
        </p:nvGrpSpPr>
        <p:grpSpPr>
          <a:xfrm>
            <a:off x="2319338" y="309562"/>
            <a:ext cx="8281854" cy="5672138"/>
            <a:chOff x="2319338" y="309562"/>
            <a:chExt cx="8281854" cy="567213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BA05C3-0565-3614-F1C9-49455BE31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4363" y="309562"/>
              <a:ext cx="6176829" cy="4576763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CA826C6-538E-24FC-B006-DB0C58731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9338" y="1140618"/>
              <a:ext cx="6176828" cy="4576763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E989C29-3FC9-445F-29FF-0C821FC0F955}"/>
                </a:ext>
              </a:extLst>
            </p:cNvPr>
            <p:cNvSpPr/>
            <p:nvPr/>
          </p:nvSpPr>
          <p:spPr>
            <a:xfrm>
              <a:off x="6648450" y="5305425"/>
              <a:ext cx="2171700" cy="676275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470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DB59B-6D09-1061-4502-58CBCCEF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804" y="1017061"/>
            <a:ext cx="6515665" cy="4823878"/>
          </a:xfrm>
          <a:prstGeom prst="rect">
            <a:avLst/>
          </a:prstGeom>
          <a:effectLst>
            <a:outerShdw blurRad="2286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1540C-F871-B9DE-D382-45514F0E4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684" y="3633822"/>
            <a:ext cx="4861981" cy="2591025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949A194-9E61-E4EE-5287-227537B60A7F}"/>
              </a:ext>
            </a:extLst>
          </p:cNvPr>
          <p:cNvSpPr/>
          <p:nvPr/>
        </p:nvSpPr>
        <p:spPr>
          <a:xfrm>
            <a:off x="4295775" y="1399550"/>
            <a:ext cx="1790700" cy="427431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AEE65F-A80B-F20A-F63A-6630BC404E60}"/>
              </a:ext>
            </a:extLst>
          </p:cNvPr>
          <p:cNvSpPr/>
          <p:nvPr/>
        </p:nvSpPr>
        <p:spPr>
          <a:xfrm>
            <a:off x="6096000" y="1662260"/>
            <a:ext cx="2238375" cy="1885950"/>
          </a:xfrm>
          <a:custGeom>
            <a:avLst/>
            <a:gdLst>
              <a:gd name="connsiteX0" fmla="*/ 0 w 2238375"/>
              <a:gd name="connsiteY0" fmla="*/ 0 h 1885950"/>
              <a:gd name="connsiteX1" fmla="*/ 1685925 w 2238375"/>
              <a:gd name="connsiteY1" fmla="*/ 885825 h 1885950"/>
              <a:gd name="connsiteX2" fmla="*/ 2238375 w 2238375"/>
              <a:gd name="connsiteY2" fmla="*/ 188595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8375" h="1885950">
                <a:moveTo>
                  <a:pt x="0" y="0"/>
                </a:moveTo>
                <a:cubicBezTo>
                  <a:pt x="656431" y="285750"/>
                  <a:pt x="1312863" y="571500"/>
                  <a:pt x="1685925" y="885825"/>
                </a:cubicBezTo>
                <a:cubicBezTo>
                  <a:pt x="2058988" y="1200150"/>
                  <a:pt x="2148681" y="1543050"/>
                  <a:pt x="2238375" y="1885950"/>
                </a:cubicBezTo>
              </a:path>
            </a:pathLst>
          </a:custGeom>
          <a:noFill/>
          <a:ln w="1111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FFD83-34FF-71AA-8D29-E6407A76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571" y="637840"/>
            <a:ext cx="6496957" cy="4801270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D22D2C-EA40-2F85-017D-1F27B7049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923" y="2506801"/>
            <a:ext cx="5570703" cy="4130398"/>
          </a:xfrm>
          <a:prstGeom prst="rect">
            <a:avLst/>
          </a:prstGeom>
          <a:effectLst>
            <a:outerShdw blurRad="177800" dist="38100" dir="5400000" sx="103000" sy="103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D525713-527C-B772-D7CA-E5C9AFDDB238}"/>
              </a:ext>
            </a:extLst>
          </p:cNvPr>
          <p:cNvSpPr/>
          <p:nvPr/>
        </p:nvSpPr>
        <p:spPr>
          <a:xfrm>
            <a:off x="3021677" y="991459"/>
            <a:ext cx="1790700" cy="427431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B54450B-6CAD-2590-D583-24DB44EE1A12}"/>
              </a:ext>
            </a:extLst>
          </p:cNvPr>
          <p:cNvSpPr/>
          <p:nvPr/>
        </p:nvSpPr>
        <p:spPr>
          <a:xfrm>
            <a:off x="4821902" y="1254169"/>
            <a:ext cx="1288581" cy="1155656"/>
          </a:xfrm>
          <a:custGeom>
            <a:avLst/>
            <a:gdLst>
              <a:gd name="connsiteX0" fmla="*/ 0 w 2238375"/>
              <a:gd name="connsiteY0" fmla="*/ 0 h 1885950"/>
              <a:gd name="connsiteX1" fmla="*/ 1685925 w 2238375"/>
              <a:gd name="connsiteY1" fmla="*/ 885825 h 1885950"/>
              <a:gd name="connsiteX2" fmla="*/ 2238375 w 2238375"/>
              <a:gd name="connsiteY2" fmla="*/ 188595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8375" h="1885950">
                <a:moveTo>
                  <a:pt x="0" y="0"/>
                </a:moveTo>
                <a:cubicBezTo>
                  <a:pt x="656431" y="285750"/>
                  <a:pt x="1312863" y="571500"/>
                  <a:pt x="1685925" y="885825"/>
                </a:cubicBezTo>
                <a:cubicBezTo>
                  <a:pt x="2058988" y="1200150"/>
                  <a:pt x="2148681" y="1543050"/>
                  <a:pt x="2238375" y="1885950"/>
                </a:cubicBezTo>
              </a:path>
            </a:pathLst>
          </a:custGeom>
          <a:noFill/>
          <a:ln w="1111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9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9770F30-FFAC-F900-DE0B-214261BF6195}"/>
              </a:ext>
            </a:extLst>
          </p:cNvPr>
          <p:cNvGrpSpPr/>
          <p:nvPr/>
        </p:nvGrpSpPr>
        <p:grpSpPr>
          <a:xfrm>
            <a:off x="1959963" y="569386"/>
            <a:ext cx="9207429" cy="5911607"/>
            <a:chOff x="1959963" y="569386"/>
            <a:chExt cx="9207429" cy="59116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1F16E1-7376-E036-C6A0-195375A81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963" y="569386"/>
              <a:ext cx="6500423" cy="4823878"/>
            </a:xfrm>
            <a:prstGeom prst="rect">
              <a:avLst/>
            </a:prstGeom>
            <a:effectLst>
              <a:outerShdw blurRad="1905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E806B3-60A9-776A-228F-2F081692F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4107" y="2243906"/>
              <a:ext cx="6523285" cy="4237087"/>
            </a:xfrm>
            <a:prstGeom prst="rect">
              <a:avLst/>
            </a:prstGeom>
            <a:effectLst>
              <a:outerShdw blurRad="1905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261BC01-D5A3-7999-6919-40C496FEE66D}"/>
                </a:ext>
              </a:extLst>
            </p:cNvPr>
            <p:cNvSpPr/>
            <p:nvPr/>
          </p:nvSpPr>
          <p:spPr>
            <a:xfrm>
              <a:off x="3183602" y="1153384"/>
              <a:ext cx="1790700" cy="427431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3AAF62-20F5-3C06-EB22-1F71D992BA09}"/>
                </a:ext>
              </a:extLst>
            </p:cNvPr>
            <p:cNvSpPr/>
            <p:nvPr/>
          </p:nvSpPr>
          <p:spPr>
            <a:xfrm>
              <a:off x="4983828" y="1416094"/>
              <a:ext cx="797848" cy="827812"/>
            </a:xfrm>
            <a:custGeom>
              <a:avLst/>
              <a:gdLst>
                <a:gd name="connsiteX0" fmla="*/ 0 w 2238375"/>
                <a:gd name="connsiteY0" fmla="*/ 0 h 1885950"/>
                <a:gd name="connsiteX1" fmla="*/ 1685925 w 2238375"/>
                <a:gd name="connsiteY1" fmla="*/ 885825 h 1885950"/>
                <a:gd name="connsiteX2" fmla="*/ 2238375 w 2238375"/>
                <a:gd name="connsiteY2" fmla="*/ 1885950 h 1885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5" h="1885950">
                  <a:moveTo>
                    <a:pt x="0" y="0"/>
                  </a:moveTo>
                  <a:cubicBezTo>
                    <a:pt x="656431" y="285750"/>
                    <a:pt x="1312863" y="571500"/>
                    <a:pt x="1685925" y="885825"/>
                  </a:cubicBezTo>
                  <a:cubicBezTo>
                    <a:pt x="2058988" y="1200150"/>
                    <a:pt x="2148681" y="1543050"/>
                    <a:pt x="2238375" y="1885950"/>
                  </a:cubicBezTo>
                </a:path>
              </a:pathLst>
            </a:custGeom>
            <a:noFill/>
            <a:ln w="111125"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26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</Words>
  <Application>Microsoft Office PowerPoint</Application>
  <PresentationFormat>Widescreen</PresentationFormat>
  <Paragraphs>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8</cp:revision>
  <dcterms:created xsi:type="dcterms:W3CDTF">2025-10-19T17:32:34Z</dcterms:created>
  <dcterms:modified xsi:type="dcterms:W3CDTF">2025-12-13T00:14:52Z</dcterms:modified>
</cp:coreProperties>
</file>